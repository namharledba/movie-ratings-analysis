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Movies</c:v>
                </c:pt>
              </c:strCache>
            </c:strRef>
          </c:tx>
          <c:spPr>
            <a:solidFill>
              <a:srgbClr val="1D4E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Drama</c:v>
                  </c:pt>
                  <c:pt idx="1">
                    <c:v>Comedy</c:v>
                  </c:pt>
                  <c:pt idx="2">
                    <c:v>Thriller</c:v>
                  </c:pt>
                  <c:pt idx="3">
                    <c:v>Action</c:v>
                  </c:pt>
                  <c:pt idx="4">
                    <c:v>Romance</c:v>
                  </c:pt>
                  <c:pt idx="5">
                    <c:v>Adventure</c:v>
                  </c:pt>
                  <c:pt idx="6">
                    <c:v>Crime</c:v>
                  </c:pt>
                  <c:pt idx="7">
                    <c:v>Science Fiction</c:v>
                  </c:pt>
                  <c:pt idx="8">
                    <c:v>Horror</c:v>
                  </c:pt>
                  <c:pt idx="9">
                    <c:v>Family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2094</c:v>
                </c:pt>
                <c:pt idx="1">
                  <c:v>1366</c:v>
                </c:pt>
                <c:pt idx="2">
                  <c:v>1219</c:v>
                </c:pt>
                <c:pt idx="3">
                  <c:v>1154</c:v>
                </c:pt>
                <c:pt idx="4">
                  <c:v>775</c:v>
                </c:pt>
                <c:pt idx="5">
                  <c:v>753</c:v>
                </c:pt>
                <c:pt idx="6">
                  <c:v>698</c:v>
                </c:pt>
                <c:pt idx="7">
                  <c:v>660</c:v>
                </c:pt>
                <c:pt idx="8">
                  <c:v>531</c:v>
                </c:pt>
                <c:pt idx="9">
                  <c:v>512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914400"/>
            <a:ext cx="3200400" cy="320040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3200400"/>
            <a:ext cx="1828800" cy="182880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TMDb Movie Metadata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Project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 ·  Feature Engineering  ·  EDA  ·  Visualization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383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 ·  Python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kaggle.com/datasets/tmdb/tmdb-movie-metadata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05840"/>
            <a:ext cx="20116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4,803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06040" y="1005840"/>
            <a:ext cx="20116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06040" y="10972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606040" y="1737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1005840"/>
            <a:ext cx="20116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0972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846320" y="1737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086600" y="1005840"/>
            <a:ext cx="20116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86600" y="10972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TMDb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086600" y="1737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3136392"/>
            <a:ext cx="164592" cy="16459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063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60320" y="30632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name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520440"/>
            <a:ext cx="164592" cy="16459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4472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/ revenue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60320" y="344728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data (USD)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904488"/>
            <a:ext cx="164592" cy="16459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83133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vote_average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560320" y="383133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rating (0–10)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288536"/>
            <a:ext cx="164592" cy="16459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21538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560320" y="421538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TMDb popularity score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3136392"/>
            <a:ext cx="164592" cy="16459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3063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49440" y="30632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genres (JSON)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46320" y="3520440"/>
            <a:ext cx="164592" cy="16459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0" y="34472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release_date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49440" y="344728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release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46320" y="3904488"/>
            <a:ext cx="164592" cy="16459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20640" y="383133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949440" y="383133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in minutes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46320" y="4288536"/>
            <a:ext cx="164592" cy="16459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20640" y="421538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949440" y="421538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/ Rumored / etc.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457200" cy="4572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02412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&amp; Revenue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0" y="1024128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0 values with NaN — 0 means unknown, not free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457200" cy="4572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166420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Date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1664208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text to proper date format with pd.to_datetime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457200" cy="4572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230428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Filter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0" y="2304288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only movies with status = 'Released'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457200" cy="4572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294436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Filter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0" y="2944368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movies with fewer than 10 votes (unreliable)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566160"/>
            <a:ext cx="457200" cy="4572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358444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0" y="3584448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extreme values (&lt; 40 or &gt; 360 min) to NaN, fill with median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206240"/>
            <a:ext cx="457200" cy="4572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51560" y="422452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00400" y="4224528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JSON string into a Python list using ast.literal_eval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columns created from existing data: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005840" cy="3200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600200" y="13716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release_year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31920" y="137160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extracted from release_date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1005840" cy="3200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9202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00200" y="18745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release_month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931920" y="187452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extracted from release_date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423160"/>
            <a:ext cx="100584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4231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00200" y="23774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31920" y="23774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− budget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100584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9260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00200" y="28803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931920" y="288036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/ budget (return on investment)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429000"/>
            <a:ext cx="1005840" cy="320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4290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600200" y="33832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genres_list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931920" y="338328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genres JSON into a Python list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931920"/>
            <a:ext cx="1005840" cy="320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9319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600200" y="38862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primary_genre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931920" y="388620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item from genres_list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434840"/>
            <a:ext cx="100584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4348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600200" y="4389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rating_cat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931920" y="438912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vote_average cut into: Poor / Below Avg / Average / Good / Excellent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548640" cy="10515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548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09728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50876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avg, vote count, popularity, runtime, movies per year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05840"/>
            <a:ext cx="548640" cy="10515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005840"/>
            <a:ext cx="548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0" y="109728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Genres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0" y="150876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genres and their average ratings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24028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240280"/>
            <a:ext cx="548640" cy="10515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240280"/>
            <a:ext cx="548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233172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Analysis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274320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 Revenue scatter, ROI distribution, Top 15 revenue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224028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240280"/>
            <a:ext cx="548640" cy="10515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240280"/>
            <a:ext cx="548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0" y="233172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Over Time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0" y="274320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 per year, movies per year, avg rating by month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47472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474720"/>
            <a:ext cx="548640" cy="10515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474720"/>
            <a:ext cx="548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97280" y="356616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97280" y="397764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numeric features relate to each other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347472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474720"/>
            <a:ext cx="548640" cy="10515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3474720"/>
            <a:ext cx="548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86400" y="356616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Movies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0" y="397764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highest rated and most popular movies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Genres by Movie Count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1D4ED8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457200" y="960120"/>
          <a:ext cx="82296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261872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61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207008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movies score between 5 and 7 out of 10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83480" y="1261872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261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23560" y="1207008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 is the most common genre, followed by Comedy and Thriller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2542032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5420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487168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budget generally leads to higher revenue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228600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83480" y="2542032"/>
            <a:ext cx="502920" cy="50292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25420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23560" y="2487168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movies released grew significantly after 2000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56616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" y="3822192"/>
            <a:ext cx="502920" cy="5029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822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3767328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 and vote count correlate more with revenue than rating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356616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83480" y="3822192"/>
            <a:ext cx="502920" cy="5029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3822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623560" y="3767328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Documentary and History genres tend to get higher average ratings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Run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594360" cy="59436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234440" y="1005840"/>
            <a:ext cx="7452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71600" y="10972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Dataset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46304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kaggle.com/datasets/tmdb/tmdb-movie-metadata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tmdb_5000_movies.csv to your computer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594360" cy="59436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231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234440" y="2331720"/>
            <a:ext cx="7452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371600" y="24231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Google Colab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78892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colab.research.google.com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notebook and paste each cell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749040"/>
            <a:ext cx="594360" cy="59436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7490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234440" y="3657600"/>
            <a:ext cx="7452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371600" y="37490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&amp; Run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411480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Cell 2 — a file upload button will appear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your CSV, then run the remaining cells in order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630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2514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TMDb Movie Metadata Analysis Project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kaggle.com/datasets/tmdb/tmdb-movie-metadata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2026-04-25T14:28:42Z</dcterms:created>
  <dcterms:modified xsi:type="dcterms:W3CDTF">2026-04-25T14:28:42Z</dcterms:modified>
</cp:coreProperties>
</file>